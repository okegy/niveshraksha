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[PROJECT NAME]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[ONE-LINE VALUE PROPOSITION]</a:t>
            </a:r>
          </a:p>
          <a:p>
            <a:r>
              <a:t>Team: [TEAM NAME] | Track: [TRACK]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investor-safety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is affected: [Who is affected?]</a:t>
            </a:r>
          </a:p>
          <a:p>
            <a:r>
              <a:t>Pattern: [What scam or misinformation pattern exists?]</a:t>
            </a:r>
          </a:p>
          <a:p>
            <a:r>
              <a:t>Gap: [Why existing responses are insufficient?]</a:t>
            </a:r>
          </a:p>
          <a:p>
            <a:r>
              <a:t>Statistic: [One verified source or statistic]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[First-time investor] - Need: X, Risk: Y, Outcome: Z</a:t>
            </a:r>
          </a:p>
          <a:p>
            <a:r>
              <a:t>[Regional-language user] - Need: X, Risk: Y, Outcome: Z</a:t>
            </a:r>
          </a:p>
          <a:p>
            <a:r>
              <a:t>[Senior citizen or family member] - Need: X, Risk: Y, Outcome: Z</a:t>
            </a:r>
          </a:p>
          <a:p>
            <a:r>
              <a:t>[Awareness volunteer] - Need: X, Risk: Y, Outcome: 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suspicious message to safer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Message / URL / Screenshot</a:t>
            </a:r>
          </a:p>
          <a:p>
            <a:r>
              <a:t>↓</a:t>
            </a:r>
          </a:p>
          <a:p>
            <a:r>
              <a:t>Privacy redaction</a:t>
            </a:r>
          </a:p>
          <a:p>
            <a:r>
              <a:t>↓</a:t>
            </a:r>
          </a:p>
          <a:p>
            <a:r>
              <a:t>Language detection</a:t>
            </a:r>
          </a:p>
          <a:p>
            <a:r>
              <a:t>↓</a:t>
            </a:r>
          </a:p>
          <a:p>
            <a:r>
              <a:t>Risk rules + AI assistance</a:t>
            </a:r>
          </a:p>
          <a:p>
            <a:r>
              <a:t>↓</a:t>
            </a:r>
          </a:p>
          <a:p>
            <a:r>
              <a:t>Official-source verification</a:t>
            </a:r>
          </a:p>
          <a:p>
            <a:r>
              <a:t>↓</a:t>
            </a:r>
          </a:p>
          <a:p>
            <a:r>
              <a:t>Explainable result</a:t>
            </a:r>
          </a:p>
          <a:p>
            <a:r>
              <a:t>↓</a:t>
            </a:r>
          </a:p>
          <a:p>
            <a:r>
              <a:t>Safe next steps and education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Scam message analysis</a:t>
            </a:r>
          </a:p>
          <a:p>
            <a:r>
              <a:t>- Suspicious URL checking</a:t>
            </a:r>
          </a:p>
          <a:p>
            <a:r>
              <a:t>- Advisor/entity verification</a:t>
            </a:r>
          </a:p>
          <a:p>
            <a:r>
              <a:t>- Evidence draft</a:t>
            </a:r>
          </a:p>
          <a:p>
            <a:r>
              <a:t>- Multilingual education</a:t>
            </a:r>
          </a:p>
          <a:p>
            <a:r>
              <a:t>- Raksha Guide chatbot</a:t>
            </a:r>
          </a:p>
          <a:p>
            <a:r>
              <a:t>- Behavioural pause checklist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receives suspicious message</a:t>
            </a:r>
          </a:p>
          <a:p>
            <a:r>
              <a:t>→ Opens NiveshRaksha</a:t>
            </a:r>
          </a:p>
          <a:p>
            <a:r>
              <a:t>→ Selects language</a:t>
            </a:r>
          </a:p>
          <a:p>
            <a:r>
              <a:t>→ Pastes message</a:t>
            </a:r>
          </a:p>
          <a:p>
            <a:r>
              <a:t>→ Sensitive values are redacted</a:t>
            </a:r>
          </a:p>
          <a:p>
            <a:r>
              <a:t>→ Warning signs are highlighted</a:t>
            </a:r>
          </a:p>
          <a:p>
            <a:r>
              <a:t>→ Official sources are displayed</a:t>
            </a:r>
          </a:p>
          <a:p>
            <a:r>
              <a:t>→ User gets safe next steps</a:t>
            </a:r>
          </a:p>
          <a:p>
            <a:r>
              <a:t>→ User creates an optional redacted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AI/ML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validation</a:t>
            </a:r>
          </a:p>
          <a:p>
            <a:r>
              <a:t>→ Language identification</a:t>
            </a:r>
          </a:p>
          <a:p>
            <a:r>
              <a:t>→ Script/transliteration normalisation</a:t>
            </a:r>
          </a:p>
          <a:p>
            <a:r>
              <a:t>→ Privacy redaction</a:t>
            </a:r>
          </a:p>
          <a:p>
            <a:r>
              <a:t>→ Deterministic red-flag rules</a:t>
            </a:r>
          </a:p>
          <a:p>
            <a:r>
              <a:t>→ Multilingual classifier</a:t>
            </a:r>
          </a:p>
          <a:p>
            <a:r>
              <a:t>→ URL/entity checks</a:t>
            </a:r>
          </a:p>
          <a:p>
            <a:r>
              <a:t>→ Evidence retrieval</a:t>
            </a:r>
          </a:p>
          <a:p>
            <a:r>
              <a:t>→ Explanation generation</a:t>
            </a:r>
          </a:p>
          <a:p>
            <a:r>
              <a:t>→ Human-readable multilingual output</a:t>
            </a:r>
          </a:p>
          <a:p/>
          <a:p>
            <a:r>
              <a:t>Callout: AI assists classification and explanation; it does not provide investment advice.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Multilingual Capability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Supported: English, Hindi, Tamil, Telugu, Kannada, Malayalam, Bengali, Marathi, Gujarati, Odia, Punjabi, Assamese, [Additional validated language]</a:t>
            </a:r>
          </a:p>
          <a:p/>
          <a:p>
            <a:r>
              <a:t>Capabilities:</a:t>
            </a:r>
          </a:p>
          <a:p>
            <a:r>
              <a:t>- Script detection</a:t>
            </a:r>
          </a:p>
          <a:p>
            <a:r>
              <a:t>- Code-mixed input</a:t>
            </a:r>
          </a:p>
          <a:p>
            <a:r>
              <a:t>- Translation or response language selection</a:t>
            </a:r>
          </a:p>
          <a:p>
            <a:r>
              <a:t>- Per-language evaluation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Explainable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Flags: Guaranteed return, urgency, fake regulator, asking credentials, suspicious link, personal account payment, fake KYC threat.</a:t>
            </a:r>
          </a:p>
          <a:p/>
          <a:p>
            <a:r>
              <a:t>Format:</a:t>
            </a:r>
          </a:p>
          <a:p>
            <a:r>
              <a:t>- What we detected</a:t>
            </a:r>
          </a:p>
          <a:p>
            <a:r>
              <a:t>- Why it matters</a:t>
            </a:r>
          </a:p>
          <a:p>
            <a:r>
              <a:t>- What we verified</a:t>
            </a:r>
          </a:p>
          <a:p>
            <a:r>
              <a:t>- What we could not verify</a:t>
            </a:r>
          </a:p>
          <a:p>
            <a:r>
              <a:t>- What to do next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Raksha Guide Chatbot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Retrieval-augmented answers</a:t>
            </a:r>
          </a:p>
          <a:p>
            <a:r>
              <a:t>- Official and curated knowledge sources</a:t>
            </a:r>
          </a:p>
          <a:p>
            <a:r>
              <a:t>- Citations and freshness</a:t>
            </a:r>
          </a:p>
          <a:p>
            <a:r>
              <a:t>- Multilingual interaction</a:t>
            </a:r>
          </a:p>
          <a:p>
            <a:r>
              <a:t>- Refusal of buy/sell requests</a:t>
            </a:r>
          </a:p>
          <a:p>
            <a:r>
              <a:t>- Safe fallback when evidence is missing</a:t>
            </a:r>
          </a:p>
          <a:p/>
          <a:p>
            <a:r>
              <a:t>[PLACEHOLDER: Insert Avatar]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layer: Next.js / TypeScript / Tailwind / shadcn</a:t>
            </a:r>
          </a:p>
          <a:p>
            <a:r>
              <a:t>API layer: FastAPI / validation / rate limits</a:t>
            </a:r>
          </a:p>
          <a:p>
            <a:r>
              <a:t>Safety layer: redaction / rules / URL protection / input validation</a:t>
            </a:r>
          </a:p>
          <a:p>
            <a:r>
              <a:t>AI/ML layer: multilingual classifier / embeddings / RAG</a:t>
            </a:r>
          </a:p>
          <a:p>
            <a:r>
              <a:t>Data layer: PostgreSQL / vector store / short-lived sessions</a:t>
            </a:r>
          </a:p>
          <a:p>
            <a:r>
              <a:t>Source layer: official sources / source metadata / freshness</a:t>
            </a:r>
          </a:p>
          <a:p>
            <a:r>
              <a:t>Operations layer: Docker / tests / monitoring / security scans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Next.js, TypeScript, Tailwind CSS, shadcn/ui</a:t>
            </a:r>
          </a:p>
          <a:p>
            <a:r>
              <a:t>Backend: FastAPI, Pydantic, SQLAlchemy</a:t>
            </a:r>
          </a:p>
          <a:p>
            <a:r>
              <a:t>AI/ML: PyTorch, Hugging Face, sentence-transformers, ChromaDB</a:t>
            </a:r>
          </a:p>
          <a:p>
            <a:r>
              <a:t>Engineering: Docker, Pytest, Playwright, Gitleaks, Semgrep, Trivy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and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Redaction before logs and model calls</a:t>
            </a:r>
          </a:p>
          <a:p>
            <a:r>
              <a:t>- No passwords, OTPs, or UPI PINs</a:t>
            </a:r>
          </a:p>
          <a:p>
            <a:r>
              <a:t>- Minimal data retention</a:t>
            </a:r>
          </a:p>
          <a:p>
            <a:r>
              <a:t>- Consent before saving evidence</a:t>
            </a:r>
          </a:p>
          <a:p>
            <a:r>
              <a:t>- Delete and export controls</a:t>
            </a:r>
          </a:p>
          <a:p>
            <a:r>
              <a:t>- Synthetic evaluation data</a:t>
            </a:r>
          </a:p>
          <a:p>
            <a:r>
              <a:t>- No training on private user messages</a:t>
            </a:r>
          </a:p>
          <a:p/>
          <a:p>
            <a:r>
              <a:t>Flow: User input → redaction → analysis → temporary result → optional redacted draft → automatic expiry/deletion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and Threat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SSRF protection</a:t>
            </a:r>
          </a:p>
          <a:p>
            <a:r>
              <a:t>- Private-IP blocking</a:t>
            </a:r>
          </a:p>
          <a:p>
            <a:r>
              <a:t>- Redirect limits</a:t>
            </a:r>
          </a:p>
          <a:p>
            <a:r>
              <a:t>- Safe upload validation</a:t>
            </a:r>
          </a:p>
          <a:p>
            <a:r>
              <a:t>- Prompt-injection resistance</a:t>
            </a:r>
          </a:p>
          <a:p>
            <a:r>
              <a:t>- Secret scanning</a:t>
            </a:r>
          </a:p>
          <a:p>
            <a:r>
              <a:t>- Dependency scanning</a:t>
            </a:r>
          </a:p>
          <a:p>
            <a:r>
              <a:t>- Rate limiting</a:t>
            </a:r>
          </a:p>
          <a:p>
            <a:r>
              <a:t>- Source verification</a:t>
            </a:r>
          </a:p>
          <a:p>
            <a:r>
              <a:t>- Secure error handling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UI/UX Design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System:</a:t>
            </a:r>
          </a:p>
          <a:p>
            <a:r>
              <a:t>- Palette: slate-50, teal-600, amber-500, red-600</a:t>
            </a:r>
          </a:p>
          <a:p>
            <a:r>
              <a:t>- Typography: Geist Sans</a:t>
            </a:r>
          </a:p>
          <a:p>
            <a:r>
              <a:t>- Glass cards, Risk badges</a:t>
            </a:r>
          </a:p>
          <a:p>
            <a:r>
              <a:t>- Evidence timeline, Source-citation chips</a:t>
            </a:r>
          </a:p>
          <a:p/>
          <a:p>
            <a:r>
              <a:t>Motion:</a:t>
            </a:r>
          </a:p>
          <a:p>
            <a:r>
              <a:t>- 150-220ms tab/button transitions</a:t>
            </a:r>
          </a:p>
          <a:p>
            <a:r>
              <a:t>- Reduced-motion support</a:t>
            </a:r>
          </a:p>
          <a:p>
            <a:r>
              <a:t>- No flashing alerts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and Agent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 repositories</a:t>
            </a:r>
          </a:p>
          <a:p>
            <a:r>
              <a:t>→ license and security audit</a:t>
            </a:r>
          </a:p>
          <a:p>
            <a:r>
              <a:t>→ selective reuse decision</a:t>
            </a:r>
          </a:p>
          <a:p>
            <a:r>
              <a:t>→ architecture planning</a:t>
            </a:r>
          </a:p>
          <a:p>
            <a:r>
              <a:t>→ UI/UX implementation</a:t>
            </a:r>
          </a:p>
          <a:p>
            <a:r>
              <a:t>→ backend and AI/ML integration</a:t>
            </a:r>
          </a:p>
          <a:p>
            <a:r>
              <a:t>→ tests and scans</a:t>
            </a:r>
          </a:p>
          <a:p>
            <a:r>
              <a:t>→ demo-ready commit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Metrics:</a:t>
            </a:r>
          </a:p>
          <a:p>
            <a:r>
              <a:t>- [Precision by language]</a:t>
            </a:r>
          </a:p>
          <a:p>
            <a:r>
              <a:t>- [Recall by language]</a:t>
            </a:r>
          </a:p>
          <a:p>
            <a:r>
              <a:t>- [F1 score by language]</a:t>
            </a:r>
          </a:p>
          <a:p>
            <a:r>
              <a:t>- [False-positive rate]</a:t>
            </a:r>
          </a:p>
          <a:p>
            <a:r>
              <a:t>- [Latency]</a:t>
            </a:r>
          </a:p>
          <a:p>
            <a:r>
              <a:t>- [Citation coverage]</a:t>
            </a:r>
          </a:p>
          <a:p>
            <a:r>
              <a:t>- [Accessibility result]</a:t>
            </a:r>
          </a:p>
          <a:p>
            <a:r>
              <a:t>- [Security scan status]</a:t>
            </a:r>
          </a:p>
          <a:p/>
          <a:p>
            <a:r>
              <a:t>Note: All metrics must come from reproducible evaluation, not model-card claims alone.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[Synthetic scam message in selected language]</a:t>
            </a:r>
          </a:p>
          <a:p/>
          <a:p>
            <a:r>
              <a:t>1. Select language.</a:t>
            </a:r>
          </a:p>
          <a:p>
            <a:r>
              <a:t>2. Paste message.</a:t>
            </a:r>
          </a:p>
          <a:p>
            <a:r>
              <a:t>3. Redaction preview.</a:t>
            </a:r>
          </a:p>
          <a:p>
            <a:r>
              <a:t>4. Highlighted warning signs.</a:t>
            </a:r>
          </a:p>
          <a:p>
            <a:r>
              <a:t>5. Explanation and sources.</a:t>
            </a:r>
          </a:p>
          <a:p>
            <a:r>
              <a:t>6. Raksha Guide response.</a:t>
            </a:r>
          </a:p>
          <a:p>
            <a:r>
              <a:t>7. Pause checklist.</a:t>
            </a:r>
          </a:p>
          <a:p>
            <a:r>
              <a:t>8. Redacted report draft.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and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Target: [Target user group]</a:t>
            </a:r>
          </a:p>
          <a:p>
            <a:r>
              <a:t>Outcome: [Expected safety outcome]</a:t>
            </a:r>
          </a:p>
          <a:p>
            <a:r>
              <a:t>Reach: [Languages and regions]</a:t>
            </a:r>
          </a:p>
          <a:p>
            <a:r>
              <a:t>Strategy: [Low-bandwidth strategy]</a:t>
            </a:r>
          </a:p>
          <a:p>
            <a:r>
              <a:t>Partners: [Future deployment partners, if verified]</a:t>
            </a:r>
          </a:p>
          <a:p>
            <a:r>
              <a:t>Scale: [Scalability plan]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Responsible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 low-risk result does not prove legitimacy.</a:t>
            </a:r>
          </a:p>
          <a:p>
            <a:r>
              <a:t>- Source availability can change.</a:t>
            </a:r>
          </a:p>
          <a:p>
            <a:r>
              <a:t>- Models may make mistakes across languages and dialects.</a:t>
            </a:r>
          </a:p>
          <a:p>
            <a:r>
              <a:t>- This is safety information, not investment advice.</a:t>
            </a:r>
          </a:p>
          <a:p>
            <a:r>
              <a:t>- Users should independently verify and use official reporting channels.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Prototype.</a:t>
            </a:r>
          </a:p>
          <a:p>
            <a:r>
              <a:t>- Multilingual evaluation.</a:t>
            </a:r>
          </a:p>
          <a:p>
            <a:r>
              <a:t>- Official-source adapters.</a:t>
            </a:r>
          </a:p>
          <a:p>
            <a:r>
              <a:t>- Accessibility expansion.</a:t>
            </a:r>
          </a:p>
          <a:p>
            <a:r>
              <a:t>- Privacy and security hardening.</a:t>
            </a:r>
          </a:p>
          <a:p>
            <a:r>
              <a:t>- Controlled pilot.</a:t>
            </a:r>
          </a:p>
          <a:p>
            <a:r>
              <a:t>- Monitoring and feedback.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[One-line closing message]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Team: [Team members]</a:t>
            </a:r>
          </a:p>
          <a:p>
            <a:r>
              <a:t>Contact: [Contact]</a:t>
            </a:r>
          </a:p>
          <a:p>
            <a:r>
              <a:t>Demo: [Demo URL]</a:t>
            </a:r>
          </a:p>
          <a:p/>
          <a:p>
            <a:r>
              <a:t>[QR code placeholder]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